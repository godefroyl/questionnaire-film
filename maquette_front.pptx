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</p:sldIdLst>
  <p:sldSz cx="12192000" cy="6858000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1805"/>
    <a:srgbClr val="387EF0"/>
    <a:srgbClr val="CCDAEA"/>
    <a:srgbClr val="FFFFFF"/>
    <a:srgbClr val="CFD3E7"/>
    <a:srgbClr val="D4E2FE"/>
    <a:srgbClr val="FADBC6"/>
    <a:srgbClr val="FFEDCD"/>
    <a:srgbClr val="9D5C1B"/>
    <a:srgbClr val="0287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46AF17-55EC-645D-0E6D-C6526A874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B69AF0-FA13-58D0-3EBD-8B3F46D1B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625DB0-DE83-F03E-71C7-B695FBB6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AA2424-CABB-E10B-66D8-D3DE8ED5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429CED-6BAB-F9E5-580D-3980410C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93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55318-CB31-9904-1B89-E38474C5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D525F5-739C-30D9-2950-7D6F6E21E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DD19D4-1935-CAEE-3DFD-AD7694554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D40CD8-A7C0-6DF6-8264-40C33BA1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964C7D-7D4E-F232-2ACB-D334F77A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54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D4478D-B00B-0288-006D-283E8358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EC5E85-5594-641E-486E-268ABA678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95B577-4562-EE71-F6C2-8CC71CE0B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7453FC-13C5-516E-E96E-ABEE6696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E032C7-B1B3-C881-88C4-E312B334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72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C034B9-22E3-A398-7D9B-934E0388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171B8C-5755-7627-1DE0-DFE9F0AB6B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E758DE-FDFA-333C-0533-408C204FC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EE6C46-8E34-2492-EE1A-7C434BB8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F5A8B3-CDFD-C8B8-92AF-9F21FB03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DECB73-BC93-365F-1836-0D9AF5CF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54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98B30-2D72-A667-7A0E-7A8395BF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AC993E-4917-3A89-E88C-73B0F8C45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0929DC-6334-DB46-BEDB-856405B95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B0674AC-0D46-5A1B-6727-00E2F5A24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C3A5171-16E5-7AC5-1FF7-1F36781DA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89A7F6A-4626-D50B-9C6D-67ECA0AD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250EEC1-AD8F-E6AF-90E4-CFE49C1E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DB158BF-97DF-AFC3-82EF-B707C800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95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B05A1-2BB7-EA65-C7C8-F41BDDA4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73650F9-EAAA-B6A3-5511-E2686B501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2624B2-5B3A-5CC0-40F8-9C512E38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F05F90-6B0C-6442-1886-A775CCFF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58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E063EFD-6769-B668-27B6-8869C8BAB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7B2C27-AFE9-B509-F8F6-26BFBDE58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33ADDF-EA45-271C-6933-CA44A359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5726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54FF2B-986C-8D19-A1B7-C41156947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6DF451-3A71-0B83-A7AE-A8585E93C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F7DAAB-D3F1-5BF3-DEEB-46F5E4DA0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82559C-2DD9-3AA4-5262-7E953B1B1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AC9206-E88C-13A2-4E56-0C0B7541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D7FA2C-C5F2-5FF4-B1E2-45CDCCEB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98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EDE3B-A4D5-D577-74D1-BB5D17E2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C44DD50-C31F-19F7-442A-8E3A48BF4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D9BCA8-75B6-9CDF-C6B2-6F1087FF0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DBB6FF1-78D3-34A3-A06B-A0218912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455D8A-44A4-D8E9-BDD1-93AAC4F9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87475D-4DB5-DFCC-DBE7-5358A24E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40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E66D66-E1B3-F113-591A-A343F25E2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9EE7B21-AA5C-8286-3988-828F11E4B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DEDE36-D201-23F3-E9EF-B4D93C1E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ED16FC-E8F0-5861-195E-75ED5E03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2D78C3-F010-1FF6-9622-1FE8117A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39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B60ED64-20A7-1D55-3A09-C11F497B5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99BC82-C9EA-EAA2-14E0-01DE6B4BE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C20C85-035A-BB4E-6497-5BB6CDA3E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400FB4-90A4-B736-87C2-2D7AEF4E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33129F-590F-72E5-9B55-00A65FFC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41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4BCDF13-87B2-53A6-1DF4-D10776D6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FCA40E-0F1A-F9E8-5A4D-367518D07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A0FD92-A3A2-535A-DF22-0F5C7BA019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1F227-CD5E-42F6-960C-4B0AD4EFF119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D878E6-D060-1D69-60B1-A6CDA4B09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DD18D2-575E-27BB-A22B-18E50CAE2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62617-A2D2-4AF9-BABE-CF363DF6D8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35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959480F-AA79-2186-05E1-CFE848BA2793}"/>
              </a:ext>
            </a:extLst>
          </p:cNvPr>
          <p:cNvSpPr/>
          <p:nvPr/>
        </p:nvSpPr>
        <p:spPr>
          <a:xfrm>
            <a:off x="2998076" y="3649718"/>
            <a:ext cx="6195848" cy="599091"/>
          </a:xfrm>
          <a:prstGeom prst="roundRect">
            <a:avLst>
              <a:gd name="adj" fmla="val 32456"/>
            </a:avLst>
          </a:prstGeom>
          <a:solidFill>
            <a:schemeClr val="bg1"/>
          </a:solidFill>
          <a:ln w="38100">
            <a:solidFill>
              <a:srgbClr val="387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Zone de réponse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F7491AD-86C7-A4B4-BF5A-8081CFFC98B8}"/>
              </a:ext>
            </a:extLst>
          </p:cNvPr>
          <p:cNvSpPr/>
          <p:nvPr/>
        </p:nvSpPr>
        <p:spPr>
          <a:xfrm>
            <a:off x="2998076" y="2609193"/>
            <a:ext cx="6195848" cy="599090"/>
          </a:xfrm>
          <a:prstGeom prst="roundRect">
            <a:avLst>
              <a:gd name="adj" fmla="val 32456"/>
            </a:avLst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Question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654505E-D723-D045-32EE-63A11C518949}"/>
              </a:ext>
            </a:extLst>
          </p:cNvPr>
          <p:cNvSpPr txBox="1"/>
          <p:nvPr/>
        </p:nvSpPr>
        <p:spPr>
          <a:xfrm>
            <a:off x="2998076" y="3247696"/>
            <a:ext cx="539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Nombre de mots et indications s’il y en a (majuscules…)</a:t>
            </a:r>
          </a:p>
        </p:txBody>
      </p:sp>
      <p:sp>
        <p:nvSpPr>
          <p:cNvPr id="7" name="Flèche : pentagone 6">
            <a:extLst>
              <a:ext uri="{FF2B5EF4-FFF2-40B4-BE49-F238E27FC236}">
                <a16:creationId xmlns:a16="http://schemas.microsoft.com/office/drawing/2014/main" id="{89691E4E-8C86-62ED-7589-1EA71AA8DC0E}"/>
              </a:ext>
            </a:extLst>
          </p:cNvPr>
          <p:cNvSpPr/>
          <p:nvPr/>
        </p:nvSpPr>
        <p:spPr>
          <a:xfrm>
            <a:off x="1734206" y="1236434"/>
            <a:ext cx="1954925" cy="599091"/>
          </a:xfrm>
          <a:prstGeom prst="homePlat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Catégorie</a:t>
            </a:r>
          </a:p>
        </p:txBody>
      </p:sp>
      <p:sp>
        <p:nvSpPr>
          <p:cNvPr id="9" name="Flèche : pentagone 8">
            <a:extLst>
              <a:ext uri="{FF2B5EF4-FFF2-40B4-BE49-F238E27FC236}">
                <a16:creationId xmlns:a16="http://schemas.microsoft.com/office/drawing/2014/main" id="{D8D20E36-C160-4CDA-9E8A-C8C8A96E29BD}"/>
              </a:ext>
            </a:extLst>
          </p:cNvPr>
          <p:cNvSpPr/>
          <p:nvPr/>
        </p:nvSpPr>
        <p:spPr>
          <a:xfrm>
            <a:off x="756743" y="770191"/>
            <a:ext cx="1954925" cy="599091"/>
          </a:xfrm>
          <a:prstGeom prst="homePlate">
            <a:avLst/>
          </a:prstGeom>
          <a:solidFill>
            <a:srgbClr val="CB1805"/>
          </a:solidFill>
          <a:ln>
            <a:solidFill>
              <a:srgbClr val="CB1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Nom du film</a:t>
            </a:r>
          </a:p>
        </p:txBody>
      </p:sp>
    </p:spTree>
    <p:extLst>
      <p:ext uri="{BB962C8B-B14F-4D97-AF65-F5344CB8AC3E}">
        <p14:creationId xmlns:p14="http://schemas.microsoft.com/office/powerpoint/2010/main" val="3425073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A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28590-EB7F-2930-1E91-CDB3845D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2795C33-68B6-B71E-6011-20BFE55BDF00}"/>
              </a:ext>
            </a:extLst>
          </p:cNvPr>
          <p:cNvSpPr/>
          <p:nvPr/>
        </p:nvSpPr>
        <p:spPr>
          <a:xfrm>
            <a:off x="2998076" y="2829910"/>
            <a:ext cx="6195848" cy="599090"/>
          </a:xfrm>
          <a:prstGeom prst="roundRect">
            <a:avLst>
              <a:gd name="adj" fmla="val 32456"/>
            </a:avLst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Question                                </a:t>
            </a:r>
            <a:r>
              <a:rPr lang="fr-FR" dirty="0" err="1">
                <a:solidFill>
                  <a:schemeClr val="tx1"/>
                </a:solidFill>
              </a:rPr>
              <a:t>Question</a:t>
            </a:r>
            <a:r>
              <a:rPr lang="fr-FR" dirty="0">
                <a:solidFill>
                  <a:schemeClr val="tx1"/>
                </a:solidFill>
              </a:rPr>
              <a:t> </a:t>
            </a:r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C12BC3-05EE-2BAD-CD8B-2CCD98F5245F}"/>
              </a:ext>
            </a:extLst>
          </p:cNvPr>
          <p:cNvSpPr/>
          <p:nvPr/>
        </p:nvSpPr>
        <p:spPr>
          <a:xfrm>
            <a:off x="4064876" y="2882461"/>
            <a:ext cx="1468821" cy="49398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387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Zone de réponse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78B277A-4DD0-AB20-4C0C-5041BE0DE59D}"/>
              </a:ext>
            </a:extLst>
          </p:cNvPr>
          <p:cNvSpPr/>
          <p:nvPr/>
        </p:nvSpPr>
        <p:spPr>
          <a:xfrm>
            <a:off x="6658305" y="2885087"/>
            <a:ext cx="1468821" cy="49398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387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Zone de réponse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2CD38A5-2438-FA53-41FF-2F4101DB3F38}"/>
              </a:ext>
            </a:extLst>
          </p:cNvPr>
          <p:cNvSpPr txBox="1"/>
          <p:nvPr/>
        </p:nvSpPr>
        <p:spPr>
          <a:xfrm>
            <a:off x="2998076" y="3481551"/>
            <a:ext cx="539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Nombre de mots et indications s’il y en a (majuscules…)</a:t>
            </a: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2E8CFC05-6C57-6E53-50C8-9E7482FDE75C}"/>
              </a:ext>
            </a:extLst>
          </p:cNvPr>
          <p:cNvSpPr/>
          <p:nvPr/>
        </p:nvSpPr>
        <p:spPr>
          <a:xfrm>
            <a:off x="1734206" y="1236434"/>
            <a:ext cx="1954925" cy="599091"/>
          </a:xfrm>
          <a:prstGeom prst="homePlat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Catégorie</a:t>
            </a:r>
          </a:p>
        </p:txBody>
      </p:sp>
      <p:sp>
        <p:nvSpPr>
          <p:cNvPr id="13" name="Flèche : pentagone 12">
            <a:extLst>
              <a:ext uri="{FF2B5EF4-FFF2-40B4-BE49-F238E27FC236}">
                <a16:creationId xmlns:a16="http://schemas.microsoft.com/office/drawing/2014/main" id="{0CB40536-D72D-2F3A-4CAD-642460886851}"/>
              </a:ext>
            </a:extLst>
          </p:cNvPr>
          <p:cNvSpPr/>
          <p:nvPr/>
        </p:nvSpPr>
        <p:spPr>
          <a:xfrm>
            <a:off x="756743" y="770191"/>
            <a:ext cx="1954925" cy="599091"/>
          </a:xfrm>
          <a:prstGeom prst="homePlate">
            <a:avLst/>
          </a:prstGeom>
          <a:solidFill>
            <a:srgbClr val="CB1805"/>
          </a:solidFill>
          <a:ln>
            <a:solidFill>
              <a:srgbClr val="CB1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Nom du film</a:t>
            </a:r>
          </a:p>
        </p:txBody>
      </p:sp>
    </p:spTree>
    <p:extLst>
      <p:ext uri="{BB962C8B-B14F-4D97-AF65-F5344CB8AC3E}">
        <p14:creationId xmlns:p14="http://schemas.microsoft.com/office/powerpoint/2010/main" val="183006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DA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34F1D-4F3A-5710-71CC-A15C97E8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ACEF069-272A-D743-5578-A32AFED85E51}"/>
              </a:ext>
            </a:extLst>
          </p:cNvPr>
          <p:cNvSpPr/>
          <p:nvPr/>
        </p:nvSpPr>
        <p:spPr>
          <a:xfrm>
            <a:off x="4212020" y="2338552"/>
            <a:ext cx="6195848" cy="599090"/>
          </a:xfrm>
          <a:prstGeom prst="roundRect">
            <a:avLst>
              <a:gd name="adj" fmla="val 32456"/>
            </a:avLst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Question</a:t>
            </a:r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D93056E-6838-46AA-813F-B42B7E032ACD}"/>
              </a:ext>
            </a:extLst>
          </p:cNvPr>
          <p:cNvSpPr/>
          <p:nvPr/>
        </p:nvSpPr>
        <p:spPr>
          <a:xfrm>
            <a:off x="3442141" y="2338552"/>
            <a:ext cx="593832" cy="59909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387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861F3183-9127-C300-0E27-91FCF520ECD6}"/>
              </a:ext>
            </a:extLst>
          </p:cNvPr>
          <p:cNvSpPr/>
          <p:nvPr/>
        </p:nvSpPr>
        <p:spPr>
          <a:xfrm>
            <a:off x="1734206" y="1236434"/>
            <a:ext cx="1954925" cy="599091"/>
          </a:xfrm>
          <a:prstGeom prst="homePlat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Catégorie</a:t>
            </a:r>
          </a:p>
        </p:txBody>
      </p:sp>
      <p:sp>
        <p:nvSpPr>
          <p:cNvPr id="13" name="Flèche : pentagone 12">
            <a:extLst>
              <a:ext uri="{FF2B5EF4-FFF2-40B4-BE49-F238E27FC236}">
                <a16:creationId xmlns:a16="http://schemas.microsoft.com/office/drawing/2014/main" id="{FEAD41BF-DF87-376F-082D-19C92085E6F6}"/>
              </a:ext>
            </a:extLst>
          </p:cNvPr>
          <p:cNvSpPr/>
          <p:nvPr/>
        </p:nvSpPr>
        <p:spPr>
          <a:xfrm>
            <a:off x="756743" y="770191"/>
            <a:ext cx="1954925" cy="599091"/>
          </a:xfrm>
          <a:prstGeom prst="homePlate">
            <a:avLst/>
          </a:prstGeom>
          <a:solidFill>
            <a:srgbClr val="CB1805"/>
          </a:solidFill>
          <a:ln>
            <a:solidFill>
              <a:srgbClr val="CB18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Nom du film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4B496F2-8D4E-C51F-6F39-35FA0DF4F4DD}"/>
              </a:ext>
            </a:extLst>
          </p:cNvPr>
          <p:cNvSpPr/>
          <p:nvPr/>
        </p:nvSpPr>
        <p:spPr>
          <a:xfrm>
            <a:off x="3442141" y="3095292"/>
            <a:ext cx="593832" cy="59909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387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862A5FD-B17E-FAA6-557D-AA497D563A23}"/>
              </a:ext>
            </a:extLst>
          </p:cNvPr>
          <p:cNvSpPr/>
          <p:nvPr/>
        </p:nvSpPr>
        <p:spPr>
          <a:xfrm>
            <a:off x="4212020" y="3095292"/>
            <a:ext cx="6195848" cy="599090"/>
          </a:xfrm>
          <a:prstGeom prst="roundRect">
            <a:avLst>
              <a:gd name="adj" fmla="val 32456"/>
            </a:avLst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Question</a:t>
            </a:r>
            <a:endParaRPr lang="fr-FR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982D8D9-4D0C-19FD-A37F-66DCF9D75977}"/>
              </a:ext>
            </a:extLst>
          </p:cNvPr>
          <p:cNvSpPr/>
          <p:nvPr/>
        </p:nvSpPr>
        <p:spPr>
          <a:xfrm>
            <a:off x="4212020" y="3852032"/>
            <a:ext cx="6195848" cy="599090"/>
          </a:xfrm>
          <a:prstGeom prst="roundRect">
            <a:avLst>
              <a:gd name="adj" fmla="val 32456"/>
            </a:avLst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Question</a:t>
            </a:r>
            <a:endParaRPr lang="fr-FR" dirty="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55589DD-23DF-3846-4103-861F78F63263}"/>
              </a:ext>
            </a:extLst>
          </p:cNvPr>
          <p:cNvSpPr/>
          <p:nvPr/>
        </p:nvSpPr>
        <p:spPr>
          <a:xfrm>
            <a:off x="3442141" y="3857278"/>
            <a:ext cx="593832" cy="59909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387E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11350D3-4EFE-EA6D-0F14-329D3375B749}"/>
              </a:ext>
            </a:extLst>
          </p:cNvPr>
          <p:cNvSpPr txBox="1"/>
          <p:nvPr/>
        </p:nvSpPr>
        <p:spPr>
          <a:xfrm>
            <a:off x="1499036" y="3048051"/>
            <a:ext cx="1749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Menu défilant avec les chiffres</a:t>
            </a:r>
          </a:p>
        </p:txBody>
      </p:sp>
    </p:spTree>
    <p:extLst>
      <p:ext uri="{BB962C8B-B14F-4D97-AF65-F5344CB8AC3E}">
        <p14:creationId xmlns:p14="http://schemas.microsoft.com/office/powerpoint/2010/main" val="2795268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Grand écran</PresentationFormat>
  <Paragraphs>17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Utilisateur</dc:creator>
  <cp:lastModifiedBy>Godefroy LECLUSE</cp:lastModifiedBy>
  <cp:revision>21</cp:revision>
  <dcterms:created xsi:type="dcterms:W3CDTF">2026-04-06T18:26:50Z</dcterms:created>
  <dcterms:modified xsi:type="dcterms:W3CDTF">2026-08-01T18:46:28Z</dcterms:modified>
</cp:coreProperties>
</file>